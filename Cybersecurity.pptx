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1" r:id="rId4"/>
  </p:sldMasterIdLst>
  <p:notesMasterIdLst>
    <p:notesMasterId r:id="rId11"/>
  </p:notesMasterIdLst>
  <p:handoutMasterIdLst>
    <p:handoutMasterId r:id="rId12"/>
  </p:handoutMasterIdLst>
  <p:sldIdLst>
    <p:sldId id="260" r:id="rId5"/>
    <p:sldId id="261" r:id="rId6"/>
    <p:sldId id="262" r:id="rId7"/>
    <p:sldId id="264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CAAC88-61F1-4218-9F39-C9973C2406C4}" v="2" dt="2026-10-17T22:06:24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10" autoAdjust="0"/>
    <p:restoredTop sz="94628"/>
  </p:normalViewPr>
  <p:slideViewPr>
    <p:cSldViewPr snapToGrid="0">
      <p:cViewPr varScale="1">
        <p:scale>
          <a:sx n="156" d="100"/>
          <a:sy n="156" d="100"/>
        </p:scale>
        <p:origin x="7674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den Hermolin" userId="431248b8-cdb2-41a6-b1f6-9c9212bc7112" providerId="ADAL" clId="{3F71D0EB-0A57-4AB9-8952-1858B8B267AA}"/>
    <pc:docChg chg="modSld">
      <pc:chgData name="Hayden Hermolin" userId="431248b8-cdb2-41a6-b1f6-9c9212bc7112" providerId="ADAL" clId="{3F71D0EB-0A57-4AB9-8952-1858B8B267AA}" dt="2026-10-17T22:06:24.270" v="1"/>
      <pc:docMkLst>
        <pc:docMk/>
      </pc:docMkLst>
      <pc:sldChg chg="modSp">
        <pc:chgData name="Hayden Hermolin" userId="431248b8-cdb2-41a6-b1f6-9c9212bc7112" providerId="ADAL" clId="{3F71D0EB-0A57-4AB9-8952-1858B8B267AA}" dt="2026-10-17T22:06:24.270" v="1"/>
        <pc:sldMkLst>
          <pc:docMk/>
          <pc:sldMk cId="2329614230" sldId="260"/>
        </pc:sldMkLst>
        <pc:spChg chg="mod">
          <ac:chgData name="Hayden Hermolin" userId="431248b8-cdb2-41a6-b1f6-9c9212bc7112" providerId="ADAL" clId="{3F71D0EB-0A57-4AB9-8952-1858B8B267AA}" dt="2026-10-17T22:06:24.270" v="1"/>
          <ac:spMkLst>
            <pc:docMk/>
            <pc:sldMk cId="2329614230" sldId="260"/>
            <ac:spMk id="4" creationId="{D8319D33-1EDC-2FD6-1393-613ECEB0129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8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57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909A06-A364-5E3D-6D27-7FAA213C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2" y="1830774"/>
            <a:ext cx="10827328" cy="4332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31E58F-1A72-99FC-BFB5-C1A7E18DC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93EAD-9C49-0E73-60D2-E95D760F7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1C29A-9EE1-5B40-D317-4A98FF038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46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071529"/>
            <a:ext cx="5257800" cy="1981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5257800"/>
            <a:ext cx="5257800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886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0326112-1BD1-F5C0-ED77-E41EEFB03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0" y="1142999"/>
            <a:ext cx="4807529" cy="31886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8300B8C-A996-EF72-0213-6F8F90333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0" y="4560236"/>
            <a:ext cx="4807529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91098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8619" y="609601"/>
            <a:ext cx="5447581" cy="37683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8618" y="4662326"/>
            <a:ext cx="5447582" cy="1586073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274772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1" y="529496"/>
            <a:ext cx="10827330" cy="9906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1" y="5337048"/>
            <a:ext cx="10827329" cy="9875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3C616236-6C34-2AB3-9A30-9F0CB3F4E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019299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71622" b="-4719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9772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24600" y="609600"/>
            <a:ext cx="5188529" cy="49530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8504" y="5867400"/>
            <a:ext cx="5188529" cy="3775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A3E0057A-BBE1-599B-C438-DC65F96145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0550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450" y="4038601"/>
            <a:ext cx="6587550" cy="22098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038601"/>
            <a:ext cx="3657600" cy="220979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609598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6486" b="-323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548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4359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74366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1CED7D0-671B-7F63-5130-E35828AB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1340668"/>
            <a:ext cx="6932507" cy="1135838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2A82A9B-9EBD-0A77-F607-E839D43652B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9" y="2743200"/>
            <a:ext cx="6932508" cy="3419856"/>
          </a:xfrm>
          <a:noFill/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2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82C81-1CE9-A2E1-1417-0667434DFD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FC3A-D237-7CAA-92EF-DF9B810EB27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7B383-8CF2-6BB2-8F46-605FE9710B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3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3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2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B878F-3C07-D360-EC90-8FEFB87A77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18733C-68A4-04E1-A968-B5C15E3F7EE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E9E97-1DED-CCA3-AF67-F1BAD79A819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35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2EDB1F-A73E-55BD-6BDA-F6497810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8024" y="855636"/>
            <a:ext cx="5796484" cy="10707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A4047690-7015-54CB-752C-C1C7BE42D7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08024" y="2057400"/>
            <a:ext cx="5798176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071DA00E-F240-EC85-5E2B-4DE591F61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sz="900"/>
          </a:p>
        </p:txBody>
      </p:sp>
      <p:sp>
        <p:nvSpPr>
          <p:cNvPr id="5" name="Date Placeholder 8">
            <a:extLst>
              <a:ext uri="{FF2B5EF4-FFF2-40B4-BE49-F238E27FC236}">
                <a16:creationId xmlns:a16="http://schemas.microsoft.com/office/drawing/2014/main" id="{EED5FCE3-5050-A9AE-69B1-6AAB64B6317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505380" y="6346745"/>
            <a:ext cx="17623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15DD76-F653-F74F-4DCD-674241F38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50612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55014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85287"/>
            <a:ext cx="4973865" cy="147022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1385287"/>
            <a:ext cx="5181600" cy="3491513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DAA7E-55EA-19E9-ECC7-C74FE582C06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23C363-6C3B-E28D-06F5-AB2EC53D7B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3258A-CFF4-775F-A29D-30D91D4A50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121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20333"/>
            <a:ext cx="7208520" cy="57506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4084" y="1600200"/>
            <a:ext cx="5735507" cy="2590800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391C811-7699-F021-4CCB-539ACAD0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78871" y="6343955"/>
            <a:ext cx="2739181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8D4E6C4-6819-0DF7-D9C4-34177C161B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785216" y="6343954"/>
            <a:ext cx="22026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8998F3-C99E-11E5-BC33-937A455B2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082179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1439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88700"/>
            <a:ext cx="3859262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0" y="1389134"/>
            <a:ext cx="6357117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56440-14E3-7B9A-D161-08AB10B8DC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8A7CF-81AE-0AC6-B47B-E2C1EA9D9A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578E8-BCF2-BF9D-84B5-AA93D14D0DF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1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1050111"/>
            <a:ext cx="3425026" cy="397710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1050111"/>
            <a:ext cx="6705601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C54C37D-3064-C3C9-078B-4FC8A705FC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277C0F5-D964-B2D1-0F39-EC17AB074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146772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685799"/>
            <a:ext cx="3276601" cy="547725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1" y="685800"/>
            <a:ext cx="6858000" cy="5477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E77C0F-A50D-ABB1-D91B-F877E2E8297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E0A937-543E-BBB8-39DD-1E9A45291F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C33EC-C7FC-72B4-C208-8BA6FD4B58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697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687494"/>
            <a:ext cx="2618139" cy="2017614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7171" y="687492"/>
            <a:ext cx="7500648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011" r="-15011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2983064"/>
            <a:ext cx="2625774" cy="318744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A72B8-D6F1-AF2B-DF03-17FD2A737E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DF5D5-DF03-873F-A2DA-E5C0EF793F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0C7DB-FD9D-21A6-66CB-087260FBAF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9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12268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5800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4691" b="-980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5012267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B2910-904E-268B-43B3-CAE9F2E4A0F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3FEBCC-AB7F-E034-5C1D-1AFF70FC780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EE381-D50D-08D2-2D1B-9E61241A22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36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685800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212152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6364" b="-813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1189-9025-E7C1-B611-A7A2BD03B4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EA616-DF83-AFFF-BC05-5AF6783B358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CBF149-C859-79EF-0D12-15B124182A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64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4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CB16A7-2B91-9487-82EB-D7D5121984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7B84B-FBFC-D589-881E-D4EA9886A3F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3CF0F-496C-B902-B8FD-2D816F5CB7A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631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494" y="687492"/>
            <a:ext cx="6308414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7494" y="2997200"/>
            <a:ext cx="6308414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26407" y="687492"/>
            <a:ext cx="3878100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5737" r="-7573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D054A-88D2-8AC5-BB55-C59F527695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85A21E-8763-2E88-7470-09E43DCB7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99C91-F0A3-3A11-A3D6-7F34DD79D69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6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522" y="687494"/>
            <a:ext cx="5662983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8871" y="687492"/>
            <a:ext cx="4452410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9518" r="-595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41522" y="2053560"/>
            <a:ext cx="567160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F20DA-AED3-283F-9A9E-1F1BCED1D0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F5FD8-373C-BC99-B74A-71C2F138E47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C579E-F3C4-55B0-6D77-9FEBF71C56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162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869" y="687494"/>
            <a:ext cx="6318225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78871" y="2053560"/>
            <a:ext cx="632784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7542" y="687492"/>
            <a:ext cx="3805587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67197" r="-6719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FC07B-DBB3-6713-7446-1CB062A1752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5CE356-8F45-9528-A1A3-57FFB6F123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DD9CF-D579-D07B-C24D-5A89B1A420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995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3880757"/>
            <a:ext cx="2978729" cy="22823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732115"/>
            <a:ext cx="10827329" cy="27112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4535" b="-3999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3880758"/>
            <a:ext cx="7404607" cy="22823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808D1-FDEB-C4DA-A78C-86E9E878FF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C3112-C844-AF9C-BD29-9F54BFB4BE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3455F-03AC-59D9-5F32-49E6590DEC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20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443498" cy="233045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3267" y="685800"/>
            <a:ext cx="6892933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3636524"/>
            <a:ext cx="10827329" cy="2513999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94491" b="-49353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1176D-6F59-6E6F-1B64-88FAB9F6DC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D15A84-35DF-61C1-E0CD-9C9F5E85A15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D8B36-4FE1-E52B-160B-145190055F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7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65601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731" r="-8731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48599" y="1830773"/>
            <a:ext cx="3657601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C74D3-4953-87AB-DEFD-DAE552B32F2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4D3FF-FC3B-DF81-D68A-C24A7A51E7F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1B140-6B27-A9E5-686F-E0A1260B13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788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51123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5363" r="-253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62821" y="1830773"/>
            <a:ext cx="5143379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CDA6C-1820-A056-2B4A-240B4D831E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3D0EB-A6DA-C46E-D18F-B61C44EF042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B683A-634D-19CA-3758-07887799DC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627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74130" cy="1269482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173850"/>
            <a:ext cx="4274130" cy="3963682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2473" r="-3247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3333" y="685800"/>
            <a:ext cx="5932867" cy="54772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D79C85-F436-B8CC-25B1-1484A2E6D9E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E5895-9C3C-E2ED-0696-017C51EB8F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10E32-BBC0-38C8-4A92-51464FFB2E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398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1763" y="687493"/>
            <a:ext cx="6724438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7492"/>
            <a:ext cx="3435929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91918" r="-919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83374" y="2419354"/>
            <a:ext cx="671421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34C21-9AE9-F631-7C47-0FF6C594276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4C698-492C-2FAD-95DB-969CC69A600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39C1F-4C6E-483B-915F-317EFA8BE9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3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687493"/>
            <a:ext cx="7379174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419354"/>
            <a:ext cx="736795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24022" y="687492"/>
            <a:ext cx="2789107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24830" r="-124830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01B279-14F8-811B-68AF-FDEBF89CFB1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87AEB-2562-14F9-A50E-AD7A31F76AD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BF552-6277-D4E7-9B98-D4080873F7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903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218" y="687493"/>
            <a:ext cx="7758911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7494" y="687492"/>
            <a:ext cx="2360507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6574" r="-15657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54218" y="1953528"/>
            <a:ext cx="7750288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734294-24E0-2032-5C49-55BAB969D42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22AC9E-77BC-1AD2-8EB8-923CDF4BBE0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A8A83-D457-8B0A-7A32-F95024D8D5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78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131" y="687493"/>
            <a:ext cx="8424453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1953528"/>
            <a:ext cx="8415090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769355" y="687492"/>
            <a:ext cx="1722308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33120" r="-23312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63ABC3-6B6D-93A5-5D5C-31E2D53D3F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7FF304-5BE8-9322-A906-1705F80BA2A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9EE94-4C42-847B-A24C-BB0C72B4D2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076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2855064" cy="297267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3942324"/>
            <a:ext cx="2855065" cy="2206578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8733" r="-1873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4267" y="687492"/>
            <a:ext cx="7348626" cy="5483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D4A13-0539-3541-39AF-1B480EBA2F2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ACC0E-954E-D09D-5796-336CDFE59B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B00B6B-DAF9-BF70-8202-C26BBB5E74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456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26CE28-2F47-41A4-DF25-8AEC2F9F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27214"/>
            <a:ext cx="7620000" cy="1135842"/>
          </a:xfrm>
        </p:spPr>
        <p:txBody>
          <a:bodyPr anchor="t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B16B5-93A5-3ACF-80AB-6B1967DD6DE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78872" y="2743201"/>
            <a:ext cx="5638800" cy="2284013"/>
          </a:xfrm>
        </p:spPr>
        <p:txBody>
          <a:bodyPr anchor="b"/>
          <a:lstStyle>
            <a:lvl1pPr marL="0" indent="0">
              <a:buNone/>
              <a:defRPr sz="138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67011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2600" y="4800600"/>
            <a:ext cx="5943600" cy="1388534"/>
          </a:xfrm>
        </p:spPr>
        <p:txBody>
          <a:bodyPr vert="horz" lIns="91440" tIns="45720" rIns="91440" bIns="45720" rtlCol="0" anchor="t">
            <a:normAutofit/>
          </a:bodyPr>
          <a:lstStyle>
            <a:lvl1pPr algn="r">
              <a:lnSpc>
                <a:spcPct val="110000"/>
              </a:lnSpc>
              <a:defRPr lang="en-US" sz="2000" dirty="0">
                <a:latin typeface="+mn-lt"/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1" y="1676400"/>
            <a:ext cx="5943600" cy="3124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lnSpc>
                <a:spcPct val="90000"/>
              </a:lnSpc>
              <a:buNone/>
              <a:defRPr lang="en-US" sz="13800" b="0" dirty="0">
                <a:latin typeface="+mj-lt"/>
              </a:defRPr>
            </a:lvl1pPr>
          </a:lstStyle>
          <a:p>
            <a:pPr marL="0" lvl="0" indent="0">
              <a:lnSpc>
                <a:spcPct val="90000"/>
              </a:lnSpc>
              <a:buNone/>
            </a:pPr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1429174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804" y="4191001"/>
            <a:ext cx="8470392" cy="1762537"/>
          </a:xfrm>
        </p:spPr>
        <p:txBody>
          <a:bodyPr anchor="t">
            <a:normAutofit/>
          </a:bodyPr>
          <a:lstStyle>
            <a:lvl1pPr algn="ctr">
              <a:lnSpc>
                <a:spcPct val="110000"/>
              </a:lnSpc>
              <a:defRPr lang="en-US" sz="2000" b="0" kern="1200" cap="all" spc="600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0804" y="694935"/>
            <a:ext cx="8470392" cy="3496065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3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00386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39147" y="1830774"/>
            <a:ext cx="9113707" cy="3196443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lang="en-US" sz="4000" b="0" cap="all" spc="600" baseline="0" dirty="0">
                <a:ea typeface="+mj-ea"/>
                <a:cs typeface="+mj-cs"/>
              </a:defRPr>
            </a:lvl1pPr>
            <a:lvl2pPr marL="228600" indent="0" algn="ctr">
              <a:lnSpc>
                <a:spcPct val="90000"/>
              </a:lnSpc>
              <a:buNone/>
              <a:defRPr lang="en-US" sz="2000" dirty="0"/>
            </a:lvl2pPr>
            <a:lvl3pPr marL="457200" indent="0" algn="ctr">
              <a:lnSpc>
                <a:spcPct val="90000"/>
              </a:lnSpc>
              <a:buNone/>
              <a:defRPr lang="en-US" sz="2000" dirty="0"/>
            </a:lvl3pPr>
            <a:lvl4pPr marL="685800" indent="0" algn="ctr">
              <a:lnSpc>
                <a:spcPct val="90000"/>
              </a:lnSpc>
              <a:buNone/>
              <a:defRPr lang="en-US" sz="2000" dirty="0"/>
            </a:lvl4pPr>
            <a:lvl5pPr marL="914400" indent="0" algn="ctr">
              <a:lnSpc>
                <a:spcPct val="90000"/>
              </a:lnSpc>
              <a:buNone/>
              <a:defRPr lang="en-US" sz="2000" dirty="0"/>
            </a:lvl5pPr>
          </a:lstStyle>
          <a:p>
            <a:pPr lvl="0">
              <a:spcBef>
                <a:spcPct val="0"/>
              </a:spcBef>
              <a:buNone/>
            </a:pPr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68736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1325691"/>
            <a:ext cx="7169728" cy="483736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9013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A9D377F-07AE-65AF-821F-A5C0F12804B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720332"/>
            <a:ext cx="6702552" cy="43068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1688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400" y="5440680"/>
            <a:ext cx="6400800" cy="640080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05400" y="1600200"/>
            <a:ext cx="6400800" cy="3332480"/>
          </a:xfrm>
        </p:spPr>
        <p:txBody>
          <a:bodyPr anchor="b">
            <a:normAutofit/>
          </a:bodyPr>
          <a:lstStyle>
            <a:lvl1pPr marL="164592" indent="-164592" algn="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9104863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A93739-F149-35A6-ADA9-A0193DD6D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872" y="5440354"/>
            <a:ext cx="5102352" cy="669472"/>
          </a:xfrm>
        </p:spPr>
        <p:txBody>
          <a:bodyPr anchor="ctr"/>
          <a:lstStyle>
            <a:lvl1pPr>
              <a:lnSpc>
                <a:spcPct val="120000"/>
              </a:lnSpc>
              <a:defRPr sz="1600" spc="0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2" y="914400"/>
            <a:ext cx="5102352" cy="420624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48248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943EF64-B72A-842D-443E-85E51FB9C0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5600" y="4602480"/>
            <a:ext cx="6400800" cy="64008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0648D1EC-4439-0A29-775B-BBF446B5FEC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6850" y="1143000"/>
            <a:ext cx="9258300" cy="2951480"/>
          </a:xfrm>
        </p:spPr>
        <p:txBody>
          <a:bodyPr anchor="b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9709600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C948E0A-DAAD-770F-21DF-99504CDB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2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6122" y="2057399"/>
            <a:ext cx="5140007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2" y="2057399"/>
            <a:ext cx="5140328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A833E-541C-85C6-BF1E-EC605C8F4B3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C70C3-D6A0-EE88-649F-3353435982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95649-E940-A4B1-5901-B56C3AF3CD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2419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B7E0276-8109-589D-7633-DD4218D7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0" y="694932"/>
            <a:ext cx="10827329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0" y="1954766"/>
            <a:ext cx="514741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5774" y="1954766"/>
            <a:ext cx="514191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068456CB-E141-4FD9-87C3-ECEBF8A7D9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0459" y="2788468"/>
            <a:ext cx="5145670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8C7E4C7-BE12-E106-3871-9FD922E346B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1" y="2788468"/>
            <a:ext cx="5140177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60D6F2-E303-8711-DD86-38797649A73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E9AFB-293B-FDFA-726C-92E53E70E9A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AF8AA-F8D4-60EA-F11A-6775234BA52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9656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A025B8-8BA0-89AA-4360-51FBAF2B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C59BD1-7576-196A-D571-FD57E7190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4E8B1-4F38-9B1B-6424-6BC2452D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E196-21CE-CE9F-7563-03912CCB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3924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B9ECF3-58F8-D0BC-147E-E4CFB4923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39631-83CC-B848-B327-B33DAF5AF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0C40-BA47-C8B9-46F3-E3616FA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8862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2" y="685800"/>
            <a:ext cx="3962398" cy="1616185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1" y="2590800"/>
            <a:ext cx="3962399" cy="357225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685800"/>
            <a:ext cx="6371491" cy="546812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206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42643" cy="162493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679" y="2826137"/>
            <a:ext cx="4230787" cy="3336920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340483" y="698756"/>
            <a:ext cx="6165717" cy="5442639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8837" r="-28837"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2774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5417129" cy="1819664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871" y="3276599"/>
            <a:ext cx="10827329" cy="28864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179F71-BB04-AC80-5A43-4718DF5050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1D9A8-162F-30DE-21D0-F531C2AC38B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3FBD-DD44-33D2-4C38-3C6BF9FB5E0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3459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06305"/>
            <a:ext cx="6370507" cy="1842020"/>
          </a:xfrm>
        </p:spPr>
        <p:txBody>
          <a:bodyPr anchor="b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701660"/>
            <a:ext cx="6370507" cy="232555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9DDBCCE-CCAB-448A-1E13-595ADE9E2A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2C093BF-07F3-517D-599F-4A80C3D44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95920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8"/>
            <a:ext cx="10825637" cy="7920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2" y="1676400"/>
            <a:ext cx="10825636" cy="4486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 hidden="1">
            <a:extLst>
              <a:ext uri="{FF2B5EF4-FFF2-40B4-BE49-F238E27FC236}">
                <a16:creationId xmlns:a16="http://schemas.microsoft.com/office/drawing/2014/main" id="{D7982C74-1A7B-1EF6-C767-EC1102B8BC05}"/>
              </a:ext>
            </a:extLst>
          </p:cNvPr>
          <p:cNvSpPr/>
          <p:nvPr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 hidden="1">
            <a:extLst>
              <a:ext uri="{FF2B5EF4-FFF2-40B4-BE49-F238E27FC236}">
                <a16:creationId xmlns:a16="http://schemas.microsoft.com/office/drawing/2014/main" id="{1C58F15E-3B29-FA0D-33D1-930904DB63AC}"/>
              </a:ext>
            </a:extLst>
          </p:cNvPr>
          <p:cNvSpPr/>
          <p:nvPr userDrawn="1"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ACE51C6-D285-36B9-E05D-34304BF86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53C65791-CE33-6F98-64A9-9C6803567D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C4E2BDE-BF41-53AE-AAF9-E1E0BE6AB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91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12" r:id="rId1"/>
    <p:sldLayoutId id="2147484013" r:id="rId2"/>
    <p:sldLayoutId id="2147484014" r:id="rId3"/>
    <p:sldLayoutId id="2147484015" r:id="rId4"/>
    <p:sldLayoutId id="2147484016" r:id="rId5"/>
    <p:sldLayoutId id="2147484017" r:id="rId6"/>
    <p:sldLayoutId id="2147484018" r:id="rId7"/>
    <p:sldLayoutId id="2147484019" r:id="rId8"/>
    <p:sldLayoutId id="2147484020" r:id="rId9"/>
    <p:sldLayoutId id="2147484021" r:id="rId10"/>
    <p:sldLayoutId id="2147484022" r:id="rId11"/>
    <p:sldLayoutId id="2147484023" r:id="rId12"/>
    <p:sldLayoutId id="2147484024" r:id="rId13"/>
    <p:sldLayoutId id="2147484025" r:id="rId14"/>
    <p:sldLayoutId id="2147484026" r:id="rId15"/>
    <p:sldLayoutId id="2147484027" r:id="rId16"/>
    <p:sldLayoutId id="2147484028" r:id="rId17"/>
    <p:sldLayoutId id="2147484029" r:id="rId18"/>
    <p:sldLayoutId id="2147484030" r:id="rId19"/>
    <p:sldLayoutId id="2147484031" r:id="rId20"/>
    <p:sldLayoutId id="2147484032" r:id="rId21"/>
    <p:sldLayoutId id="2147484033" r:id="rId22"/>
    <p:sldLayoutId id="2147484034" r:id="rId23"/>
    <p:sldLayoutId id="2147484035" r:id="rId24"/>
    <p:sldLayoutId id="2147484036" r:id="rId25"/>
    <p:sldLayoutId id="2147484037" r:id="rId26"/>
    <p:sldLayoutId id="2147484038" r:id="rId27"/>
    <p:sldLayoutId id="2147484039" r:id="rId28"/>
    <p:sldLayoutId id="2147484040" r:id="rId29"/>
    <p:sldLayoutId id="2147484041" r:id="rId30"/>
    <p:sldLayoutId id="2147484042" r:id="rId31"/>
    <p:sldLayoutId id="2147484043" r:id="rId32"/>
    <p:sldLayoutId id="2147484044" r:id="rId33"/>
    <p:sldLayoutId id="2147484045" r:id="rId34"/>
    <p:sldLayoutId id="2147484046" r:id="rId35"/>
    <p:sldLayoutId id="2147484047" r:id="rId36"/>
    <p:sldLayoutId id="2147484048" r:id="rId37"/>
    <p:sldLayoutId id="2147484049" r:id="rId38"/>
    <p:sldLayoutId id="2147484050" r:id="rId39"/>
    <p:sldLayoutId id="2147484051" r:id="rId40"/>
    <p:sldLayoutId id="2147484052" r:id="rId41"/>
    <p:sldLayoutId id="2147484053" r:id="rId42"/>
    <p:sldLayoutId id="2147484054" r:id="rId43"/>
    <p:sldLayoutId id="2147484055" r:id="rId44"/>
    <p:sldLayoutId id="2147484056" r:id="rId45"/>
    <p:sldLayoutId id="2147484057" r:id="rId46"/>
    <p:sldLayoutId id="2147484058" r:id="rId47"/>
    <p:sldLayoutId id="2147484059" r:id="rId48"/>
    <p:sldLayoutId id="2147484060" r:id="rId49"/>
    <p:sldLayoutId id="2147484061" r:id="rId50"/>
    <p:sldLayoutId id="2147484062" r:id="rId51"/>
    <p:sldLayoutId id="2147484063" r:id="rId5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0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 userDrawn="1">
          <p15:clr>
            <a:srgbClr val="F26B43"/>
          </p15:clr>
        </p15:guide>
        <p15:guide id="28" pos="3840" userDrawn="1">
          <p15:clr>
            <a:srgbClr val="F26B43"/>
          </p15:clr>
        </p15:guide>
        <p15:guide id="29" pos="7296" userDrawn="1">
          <p15:clr>
            <a:srgbClr val="F26B43"/>
          </p15:clr>
        </p15:guide>
        <p15:guide id="30" pos="3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>
            <a:normAutofit/>
          </a:bodyPr>
          <a:lstStyle/>
          <a:p>
            <a:r>
              <a:rPr lang="en-US" dirty="0"/>
              <a:t>cybersecurity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319D33-1EDC-2FD6-1393-613ECEB01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>
            <a:normAutofit/>
          </a:bodyPr>
          <a:lstStyle/>
          <a:p>
            <a:r>
              <a:rPr lang="en-US" dirty="0"/>
              <a:t>Hayden Hermolin ∙ Ruien Wu</a:t>
            </a: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32F40-8E50-96F5-D088-FCB55F99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C8192-285E-AC84-3843-942AA147A9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8392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3E781-5DB1-3165-0165-E31F7D390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10167-F30E-D14A-00D7-17937BE1F0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55364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F7BAF-DCDD-2B9D-701C-6F83423366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07C6A2-4C94-5E6A-3A26-0C061486E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F72DA32-A511-8B82-059A-B76D716BC153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4880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4D22-AE35-5DAA-5EEB-147F2076D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224C-7FF6-9D2A-4CCA-787AAFE621D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161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EE9E0-CBF5-00A6-23F1-501078C8C1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228243990"/>
      </p:ext>
    </p:extLst>
  </p:cSld>
  <p:clrMapOvr>
    <a:masterClrMapping/>
  </p:clrMapOvr>
</p:sld>
</file>

<file path=ppt/theme/theme1.xml><?xml version="1.0" encoding="utf-8"?>
<a:theme xmlns:a="http://schemas.openxmlformats.org/drawingml/2006/main" name="Northern lights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thern lights_e16e022e-be2c-4e5f-a1a0-12ee95ec224d_wac_v2" id="{B6B6850C-8787-446D-AEF8-4F4B369C2BE6}" vid="{B649D6A8-486A-404C-BAE4-F6DCFECB1A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99ED26-B189-4BA1-99D0-1112D8C2F106}">
  <ds:schemaRefs>
    <ds:schemaRef ds:uri="http://purl.org/dc/terms/"/>
    <ds:schemaRef ds:uri="http://schemas.microsoft.com/office/2006/metadata/properties"/>
    <ds:schemaRef ds:uri="http://purl.org/dc/dcmitype/"/>
    <ds:schemaRef ds:uri="http://schemas.microsoft.com/office/2006/documentManagement/types"/>
    <ds:schemaRef ds:uri="230e9df3-be65-4c73-a93b-d1236ebd677e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1CAF6374-A7FD-4717-AFE0-646B462CEB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{D16B1465-C633-4D3C-9578-8C9D557E89E4}a68ed2e1-c015-4bc0-a84f-ee5b52e9f56e-TFe16e022e-be2c-4e5f-a1a0-12ee95ec224d7989ee22_win32</Template>
  <TotalTime>9</TotalTime>
  <Words>13</Words>
  <Application>Microsoft Office PowerPoint</Application>
  <PresentationFormat>Widescreen</PresentationFormat>
  <Paragraphs>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Avenir Next LT Pro</vt:lpstr>
      <vt:lpstr>Northern lights</vt:lpstr>
      <vt:lpstr>cybersecurity </vt:lpstr>
      <vt:lpstr>1</vt:lpstr>
      <vt:lpstr>2</vt:lpstr>
      <vt:lpstr>3</vt:lpstr>
      <vt:lpstr>4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Hermolin</dc:creator>
  <cp:lastModifiedBy>Hayden Hermolin</cp:lastModifiedBy>
  <cp:revision>1</cp:revision>
  <dcterms:created xsi:type="dcterms:W3CDTF">2026-10-17T21:56:51Z</dcterms:created>
  <dcterms:modified xsi:type="dcterms:W3CDTF">2026-10-17T22:06:28Z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