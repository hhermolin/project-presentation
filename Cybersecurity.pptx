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11" r:id="rId4"/>
  </p:sldMasterIdLst>
  <p:notesMasterIdLst>
    <p:notesMasterId r:id="rId11"/>
  </p:notesMasterIdLst>
  <p:handoutMasterIdLst>
    <p:handoutMasterId r:id="rId12"/>
  </p:handoutMasterIdLst>
  <p:sldIdLst>
    <p:sldId id="260" r:id="rId5"/>
    <p:sldId id="261" r:id="rId6"/>
    <p:sldId id="262" r:id="rId7"/>
    <p:sldId id="264" r:id="rId8"/>
    <p:sldId id="263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5E8F9B2-02AC-6F6E-F5B6-AF53ED8A8312}" name="Lauren Weldy (ALLEGIS GROUP HOLDINGS INC)" initials="LW" userId="S::v-laweldy@microsoft.com::63f3cce1-6527-43d1-991c-7e8015c8c70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CAAC88-61F1-4218-9F39-C9973C2406C4}" v="11" dt="2026-10-18T19:53:23.6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10" autoAdjust="0"/>
    <p:restoredTop sz="94628"/>
  </p:normalViewPr>
  <p:slideViewPr>
    <p:cSldViewPr snapToGrid="0">
      <p:cViewPr varScale="1">
        <p:scale>
          <a:sx n="156" d="100"/>
          <a:sy n="156" d="100"/>
        </p:scale>
        <p:origin x="846" y="1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yden Hermolin" userId="431248b8-cdb2-41a6-b1f6-9c9212bc7112" providerId="ADAL" clId="{3F71D0EB-0A57-4AB9-8952-1858B8B267AA}"/>
    <pc:docChg chg="undo custSel modSld">
      <pc:chgData name="Hayden Hermolin" userId="431248b8-cdb2-41a6-b1f6-9c9212bc7112" providerId="ADAL" clId="{3F71D0EB-0A57-4AB9-8952-1858B8B267AA}" dt="2026-10-18T19:56:56.964" v="572" actId="20577"/>
      <pc:docMkLst>
        <pc:docMk/>
      </pc:docMkLst>
      <pc:sldChg chg="modSp">
        <pc:chgData name="Hayden Hermolin" userId="431248b8-cdb2-41a6-b1f6-9c9212bc7112" providerId="ADAL" clId="{3F71D0EB-0A57-4AB9-8952-1858B8B267AA}" dt="2026-10-17T22:06:24.270" v="1"/>
        <pc:sldMkLst>
          <pc:docMk/>
          <pc:sldMk cId="2329614230" sldId="260"/>
        </pc:sldMkLst>
        <pc:spChg chg="mod">
          <ac:chgData name="Hayden Hermolin" userId="431248b8-cdb2-41a6-b1f6-9c9212bc7112" providerId="ADAL" clId="{3F71D0EB-0A57-4AB9-8952-1858B8B267AA}" dt="2026-10-17T22:06:24.270" v="1"/>
          <ac:spMkLst>
            <pc:docMk/>
            <pc:sldMk cId="2329614230" sldId="260"/>
            <ac:spMk id="4" creationId="{D8319D33-1EDC-2FD6-1393-613ECEB01295}"/>
          </ac:spMkLst>
        </pc:spChg>
      </pc:sldChg>
      <pc:sldChg chg="modSp mod">
        <pc:chgData name="Hayden Hermolin" userId="431248b8-cdb2-41a6-b1f6-9c9212bc7112" providerId="ADAL" clId="{3F71D0EB-0A57-4AB9-8952-1858B8B267AA}" dt="2026-10-18T19:56:56.964" v="572" actId="20577"/>
        <pc:sldMkLst>
          <pc:docMk/>
          <pc:sldMk cId="1888392706" sldId="261"/>
        </pc:sldMkLst>
        <pc:spChg chg="mod">
          <ac:chgData name="Hayden Hermolin" userId="431248b8-cdb2-41a6-b1f6-9c9212bc7112" providerId="ADAL" clId="{3F71D0EB-0A57-4AB9-8952-1858B8B267AA}" dt="2026-10-18T19:56:00.451" v="560" actId="20577"/>
          <ac:spMkLst>
            <pc:docMk/>
            <pc:sldMk cId="1888392706" sldId="261"/>
            <ac:spMk id="2" creationId="{80132F40-8E50-96F5-D088-FCB55F9901FA}"/>
          </ac:spMkLst>
        </pc:spChg>
        <pc:spChg chg="mod">
          <ac:chgData name="Hayden Hermolin" userId="431248b8-cdb2-41a6-b1f6-9c9212bc7112" providerId="ADAL" clId="{3F71D0EB-0A57-4AB9-8952-1858B8B267AA}" dt="2026-10-18T19:56:56.964" v="572" actId="20577"/>
          <ac:spMkLst>
            <pc:docMk/>
            <pc:sldMk cId="1888392706" sldId="261"/>
            <ac:spMk id="3" creationId="{E74C8192-285E-AC84-3843-942AA147A91E}"/>
          </ac:spMkLst>
        </pc:spChg>
      </pc:sldChg>
      <pc:sldChg chg="modSp mod">
        <pc:chgData name="Hayden Hermolin" userId="431248b8-cdb2-41a6-b1f6-9c9212bc7112" providerId="ADAL" clId="{3F71D0EB-0A57-4AB9-8952-1858B8B267AA}" dt="2026-10-18T19:54:13.881" v="559" actId="20577"/>
        <pc:sldMkLst>
          <pc:docMk/>
          <pc:sldMk cId="2055364835" sldId="262"/>
        </pc:sldMkLst>
        <pc:spChg chg="mod">
          <ac:chgData name="Hayden Hermolin" userId="431248b8-cdb2-41a6-b1f6-9c9212bc7112" providerId="ADAL" clId="{3F71D0EB-0A57-4AB9-8952-1858B8B267AA}" dt="2026-10-18T19:47:57.434" v="232"/>
          <ac:spMkLst>
            <pc:docMk/>
            <pc:sldMk cId="2055364835" sldId="262"/>
            <ac:spMk id="2" creationId="{C013E781-5DB1-3165-0165-E31F7D390581}"/>
          </ac:spMkLst>
        </pc:spChg>
        <pc:spChg chg="mod">
          <ac:chgData name="Hayden Hermolin" userId="431248b8-cdb2-41a6-b1f6-9c9212bc7112" providerId="ADAL" clId="{3F71D0EB-0A57-4AB9-8952-1858B8B267AA}" dt="2026-10-18T19:54:13.881" v="559" actId="20577"/>
          <ac:spMkLst>
            <pc:docMk/>
            <pc:sldMk cId="2055364835" sldId="262"/>
            <ac:spMk id="3" creationId="{AAB10167-F30E-D14A-00D7-17937BE1F09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2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8400" y="2819400"/>
            <a:ext cx="5029200" cy="1295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00000"/>
              </a:lnSpc>
              <a:defRPr lang="en-US" sz="28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8400" y="4270248"/>
            <a:ext cx="5029200" cy="6858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5703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D909A06-A364-5E3D-6D27-7FAA213CE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94932"/>
            <a:ext cx="10827328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2" y="1830774"/>
            <a:ext cx="10827328" cy="4332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31E58F-1A72-99FC-BFB5-C1A7E18DC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B93EAD-9C49-0E73-60D2-E95D760F7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51C29A-9EE1-5B40-D317-4A98FF038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463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0" y="3071529"/>
            <a:ext cx="5257800" cy="1981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5257800"/>
            <a:ext cx="5257800" cy="785528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8863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40326112-1BD1-F5C0-ED77-E41EEFB039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870" y="1142999"/>
            <a:ext cx="4807529" cy="318863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8300B8C-A996-EF72-0213-6F8F903337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870" y="4560236"/>
            <a:ext cx="4807529" cy="785528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91098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8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8619" y="609601"/>
            <a:ext cx="5447581" cy="37683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58618" y="4662326"/>
            <a:ext cx="5447582" cy="1586073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09600"/>
            <a:ext cx="4935358" cy="5638800"/>
          </a:xfrm>
          <a:blipFill>
            <a:blip r:embed="rId4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0202" r="-5020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274772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871" y="529496"/>
            <a:ext cx="10827330" cy="99060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871" y="5337048"/>
            <a:ext cx="10827329" cy="98755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ctr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3C616236-6C34-2AB3-9A30-9F0CB3F4E1B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2019299"/>
            <a:ext cx="10827330" cy="2819402"/>
          </a:xfrm>
          <a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71622" b="-4719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359772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24600" y="609600"/>
            <a:ext cx="5188529" cy="49530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18504" y="5867400"/>
            <a:ext cx="5188529" cy="3775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A3E0057A-BBE1-599B-C438-DC65F96145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09600"/>
            <a:ext cx="4935358" cy="5638800"/>
          </a:xfrm>
          <a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0202" r="-5020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205500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1450" y="4038601"/>
            <a:ext cx="6587550" cy="22098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038601"/>
            <a:ext cx="3657600" cy="2209799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0" y="609598"/>
            <a:ext cx="10827330" cy="2819402"/>
          </a:xfrm>
          <a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86486" b="-3232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54548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61514" y="2476500"/>
            <a:ext cx="7868972" cy="190500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2800" dirty="0"/>
            </a:lvl1pPr>
          </a:lstStyle>
          <a:p>
            <a:pPr lvl="0"/>
            <a:r>
              <a:rPr lang="en-US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294359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61514" y="2476500"/>
            <a:ext cx="7868972" cy="190500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2800" dirty="0"/>
            </a:lvl1pPr>
          </a:lstStyle>
          <a:p>
            <a:pPr lvl="0"/>
            <a:r>
              <a:rPr lang="en-US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2974366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1CED7D0-671B-7F63-5130-E35828ABE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1340668"/>
            <a:ext cx="6932507" cy="1135838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22A82A9B-9EBD-0A77-F607-E839D43652B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99" y="2743200"/>
            <a:ext cx="6932508" cy="3419856"/>
          </a:xfrm>
          <a:noFill/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20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582C81-1CE9-A2E1-1417-0667434DFD2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EFFC3A-D237-7CAA-92EF-DF9B810EB27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E7B383-8CF2-6BB2-8F46-605FE9710B2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3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999" y="687492"/>
            <a:ext cx="5662508" cy="201761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7493" y="687492"/>
            <a:ext cx="4516298" cy="5483016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7969" r="-57969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1999" y="2997200"/>
            <a:ext cx="5662508" cy="316585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2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7B878F-3C07-D360-EC90-8FEFB87A77C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18733C-68A4-04E1-A968-B5C15E3F7EE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E9E97-1DED-CCA3-AF67-F1BAD79A819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35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62EDB1F-A73E-55BD-6BDA-F6497810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8024" y="855636"/>
            <a:ext cx="5796484" cy="10707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A4047690-7015-54CB-752C-C1C7BE42D7C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08024" y="2057400"/>
            <a:ext cx="5798176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071DA00E-F240-EC85-5E2B-4DE591F610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8871" y="6343955"/>
            <a:ext cx="27391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sz="900"/>
          </a:p>
        </p:txBody>
      </p:sp>
      <p:sp>
        <p:nvSpPr>
          <p:cNvPr id="5" name="Date Placeholder 8">
            <a:extLst>
              <a:ext uri="{FF2B5EF4-FFF2-40B4-BE49-F238E27FC236}">
                <a16:creationId xmlns:a16="http://schemas.microsoft.com/office/drawing/2014/main" id="{EED5FCE3-5050-A9AE-69B1-6AAB64B6317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505380" y="6346745"/>
            <a:ext cx="176235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E15DD76-F653-F74F-4DCD-674241F38B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350612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5501419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85287"/>
            <a:ext cx="4973865" cy="1470228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24600" y="1385287"/>
            <a:ext cx="5181600" cy="3491513"/>
          </a:xfrm>
        </p:spPr>
        <p:txBody>
          <a:bodyPr/>
          <a:lstStyle>
            <a:lvl1pPr indent="0">
              <a:buNone/>
              <a:defRPr/>
            </a:lvl1pPr>
            <a:lvl2pPr indent="0">
              <a:buNone/>
              <a:defRPr/>
            </a:lvl2pPr>
            <a:lvl3pPr indent="0">
              <a:buNone/>
              <a:defRPr/>
            </a:lvl3pPr>
            <a:lvl4pPr indent="0">
              <a:buNone/>
              <a:defRPr/>
            </a:lvl4pPr>
            <a:lvl5pPr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8DAA7E-55EA-19E9-ECC7-C74FE582C06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23C363-6C3B-E28D-06F5-AB2EC53D7B8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3258A-CFF4-775F-A29D-30D91D4A509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121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720333"/>
            <a:ext cx="7208520" cy="575068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4084" y="1600200"/>
            <a:ext cx="5735507" cy="2590800"/>
          </a:xfrm>
        </p:spPr>
        <p:txBody>
          <a:bodyPr/>
          <a:lstStyle>
            <a:lvl1pPr indent="0">
              <a:buNone/>
              <a:defRPr/>
            </a:lvl1pPr>
            <a:lvl2pPr indent="0">
              <a:buNone/>
              <a:defRPr/>
            </a:lvl2pPr>
            <a:lvl3pPr indent="0">
              <a:buNone/>
              <a:defRPr/>
            </a:lvl3pPr>
            <a:lvl4pPr indent="0">
              <a:buNone/>
              <a:defRPr/>
            </a:lvl4pPr>
            <a:lvl5pPr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391C811-7699-F021-4CCB-539ACAD0BB2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78871" y="6343955"/>
            <a:ext cx="2739181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8D4E6C4-6819-0DF7-D9C4-34177C161B9C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785216" y="6343954"/>
            <a:ext cx="220264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58998F3-C99E-11E5-BC33-937A455B2F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082179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714393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1388700"/>
            <a:ext cx="3859262" cy="40835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0" y="1389134"/>
            <a:ext cx="6357117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E56440-14E3-7B9A-D161-08AB10B8DCA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E8A7CF-81AE-0AC6-B47B-E2C1EA9D9AC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A578E8-BCF2-BF9D-84B5-AA93D14D0DF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5319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1050111"/>
            <a:ext cx="3425026" cy="3977107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00600" y="1050111"/>
            <a:ext cx="6705601" cy="49406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9C54C37D-3064-C3C9-078B-4FC8A705FC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181252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277C0F5-D964-B2D1-0F39-EC17AB074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7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5146772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685799"/>
            <a:ext cx="3276601" cy="547725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1" y="685800"/>
            <a:ext cx="6858000" cy="5477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E77C0F-A50D-ABB1-D91B-F877E2E8297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E0A937-543E-BBB8-39DD-1E9A45291F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C33EC-C7FC-72B4-C208-8BA6FD4B585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6977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0" y="687494"/>
            <a:ext cx="2618139" cy="2017614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7171" y="687492"/>
            <a:ext cx="7500648" cy="5483013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5011" r="-15011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2983064"/>
            <a:ext cx="2625774" cy="318744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4A72B8-D6F1-AF2B-DF03-17FD2A737E2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CDF5D5-DF03-873F-A2DA-E5C0EF793F8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10C7DB-FD9D-21A6-66CB-087260FBAF7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94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5012268"/>
            <a:ext cx="3953296" cy="1127275"/>
          </a:xfrm>
        </p:spPr>
        <p:txBody>
          <a:bodyPr anchor="t"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85800"/>
            <a:ext cx="10827330" cy="394019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44691" b="-9803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6009" y="5012267"/>
            <a:ext cx="6350191" cy="115079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DB2910-904E-268B-43B3-CAE9F2E4A0F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3FEBCC-AB7F-E034-5C1D-1AFF70FC780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1EE381-D50D-08D2-2D1B-9E61241A22B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436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85800"/>
            <a:ext cx="3953296" cy="1127275"/>
          </a:xfrm>
        </p:spPr>
        <p:txBody>
          <a:bodyPr anchor="t"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6009" y="685800"/>
            <a:ext cx="6350191" cy="115079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2212152"/>
            <a:ext cx="10827330" cy="394019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46364" b="-813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151189-9025-E7C1-B611-A7A2BD03B49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DEA616-DF83-AFFF-BC05-5AF6783B358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CBF149-C859-79EF-0D12-15B124182A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864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999" y="687492"/>
            <a:ext cx="5662508" cy="201761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7494" y="687492"/>
            <a:ext cx="4516298" cy="5483016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7969" r="-57969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1999" y="2997200"/>
            <a:ext cx="5662508" cy="3165856"/>
          </a:xfrm>
        </p:spPr>
        <p:txBody>
          <a:bodyPr>
            <a:normAutofit/>
          </a:bodyPr>
          <a:lstStyle>
            <a:lvl1pPr marL="457200" indent="-457200">
              <a:buFont typeface="+mj-lt"/>
              <a:buNone/>
              <a:defRPr sz="1400"/>
            </a:lvl1pPr>
            <a:lvl2pPr marL="571500" indent="-342900">
              <a:buFont typeface="+mj-lt"/>
              <a:buNone/>
              <a:defRPr sz="1200"/>
            </a:lvl2pPr>
            <a:lvl3pPr marL="800100" indent="-342900">
              <a:buFont typeface="+mj-lt"/>
              <a:buNone/>
              <a:defRPr sz="1100"/>
            </a:lvl3pPr>
            <a:lvl4pPr marL="1028700" indent="-342900">
              <a:buFont typeface="+mj-lt"/>
              <a:buNone/>
              <a:defRPr sz="1050"/>
            </a:lvl4pPr>
            <a:lvl5pPr>
              <a:buFont typeface="+mj-lt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CB16A7-2B91-9487-82EB-D7D5121984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7B84B-FBFC-D589-881E-D4EA9886A3F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F3CF0F-496C-B902-B8FD-2D816F5CB7A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631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494" y="687492"/>
            <a:ext cx="6308414" cy="201761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7494" y="2997200"/>
            <a:ext cx="6308414" cy="3165856"/>
          </a:xfrm>
        </p:spPr>
        <p:txBody>
          <a:bodyPr>
            <a:normAutofit/>
          </a:bodyPr>
          <a:lstStyle>
            <a:lvl1pPr marL="457200" indent="-457200">
              <a:buFont typeface="+mj-lt"/>
              <a:buNone/>
              <a:defRPr sz="1400"/>
            </a:lvl1pPr>
            <a:lvl2pPr marL="571500" indent="-342900">
              <a:buFont typeface="+mj-lt"/>
              <a:buNone/>
              <a:defRPr sz="1200"/>
            </a:lvl2pPr>
            <a:lvl3pPr marL="800100" indent="-342900">
              <a:buFont typeface="+mj-lt"/>
              <a:buNone/>
              <a:defRPr sz="1100"/>
            </a:lvl3pPr>
            <a:lvl4pPr marL="1028700" indent="-342900">
              <a:buFont typeface="+mj-lt"/>
              <a:buNone/>
              <a:defRPr sz="1050"/>
            </a:lvl4pPr>
            <a:lvl5pPr>
              <a:buFont typeface="+mj-lt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626407" y="687492"/>
            <a:ext cx="3878100" cy="5483016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75737" r="-75737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FD054A-88D2-8AC5-BB55-C59F527695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85A21E-8763-2E88-7470-09E43DCB775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399C91-F0A3-3A11-A3D6-7F34DD79D69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863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97EDD7B-DE6D-17E5-4381-530004EB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522" y="687494"/>
            <a:ext cx="5662983" cy="104929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4EF6A8B1-A24E-F193-B77A-9876D6702F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78871" y="687492"/>
            <a:ext cx="4452410" cy="5483013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9518" r="-59518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8676FB4F-B64E-DCC7-1309-42D58F28DBF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841522" y="2053560"/>
            <a:ext cx="5671607" cy="411694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F20DA-AED3-283F-9A9E-1F1BCED1D04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F5FD8-373C-BC99-B74A-71C2F138E47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DC579E-F3C4-55B0-6D77-9FEBF71C56B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31629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97EDD7B-DE6D-17E5-4381-530004EB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869" y="687494"/>
            <a:ext cx="6318225" cy="104929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8676FB4F-B64E-DCC7-1309-42D58F28DBF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78871" y="2053560"/>
            <a:ext cx="6327847" cy="411694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4EF6A8B1-A24E-F193-B77A-9876D6702F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707542" y="687492"/>
            <a:ext cx="3805587" cy="5483013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67197" r="-67197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FC07B-DBB3-6713-7446-1CB062A1752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5CE356-8F45-9528-A1A3-57FFB6F123C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DD9CF-D579-D07B-C24D-5A89B1A420D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9955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3880757"/>
            <a:ext cx="2978729" cy="22823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732115"/>
            <a:ext cx="10827329" cy="271121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84535" b="-3999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3880758"/>
            <a:ext cx="7404607" cy="22823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E808D1-FDEB-C4DA-A78C-86E9E878FFA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DC3112-C844-AF9C-BD29-9F54BFB4BEA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53455F-03AC-59D9-5F32-49E6590DEC4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2720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85800"/>
            <a:ext cx="3443498" cy="2330454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13267" y="685800"/>
            <a:ext cx="6892933" cy="233045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DB92F6E-55FC-C88B-734D-26D3B9923E6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3636524"/>
            <a:ext cx="10827329" cy="2513999"/>
          </a:xfrm>
          <a:custGeom>
            <a:avLst/>
            <a:gdLst>
              <a:gd name="connsiteX0" fmla="*/ 0 w 12192000"/>
              <a:gd name="connsiteY0" fmla="*/ 0 h 3221477"/>
              <a:gd name="connsiteX1" fmla="*/ 12192000 w 12192000"/>
              <a:gd name="connsiteY1" fmla="*/ 0 h 3221477"/>
              <a:gd name="connsiteX2" fmla="*/ 12192000 w 12192000"/>
              <a:gd name="connsiteY2" fmla="*/ 3221477 h 3221477"/>
              <a:gd name="connsiteX3" fmla="*/ 0 w 12192000"/>
              <a:gd name="connsiteY3" fmla="*/ 3221477 h 3221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221477">
                <a:moveTo>
                  <a:pt x="0" y="0"/>
                </a:moveTo>
                <a:lnTo>
                  <a:pt x="12192000" y="0"/>
                </a:lnTo>
                <a:lnTo>
                  <a:pt x="12192000" y="3221477"/>
                </a:lnTo>
                <a:lnTo>
                  <a:pt x="0" y="3221477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94491" b="-49353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1176D-6F59-6E6F-1B64-88FAB9F6DCC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D15A84-35DF-61C1-E0CD-9C9F5E85A15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0D8B36-4FE1-E52B-160B-145190055FA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7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B949F66-F66B-FD13-D580-BAAF491A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10827330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1830774"/>
            <a:ext cx="6560129" cy="433228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8731" r="-8731"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48599" y="1830773"/>
            <a:ext cx="3657601" cy="43322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C74D3-4953-87AB-DEFD-DAE552B32F2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B4D3FF-FC3B-DF81-D68A-C24A7A51E7F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B1B140-6B27-A9E5-686F-E0A1260B131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4788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B949F66-F66B-FD13-D580-BAAF491A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10827330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1830774"/>
            <a:ext cx="5112329" cy="433228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25363" r="-25363"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62821" y="1830773"/>
            <a:ext cx="5143379" cy="43322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CDA6C-1820-A056-2B4A-240B4D831E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3D0EB-A6DA-C46E-D18F-B61C44EF042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BB683A-634D-19CA-3758-07887799DC4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6276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4274130" cy="1269482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2173850"/>
            <a:ext cx="4274130" cy="3963682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32473" r="-32473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73333" y="685800"/>
            <a:ext cx="5932867" cy="54772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D79C85-F436-B8CC-25B1-1484A2E6D9E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0E5895-9C3C-E2ED-0696-017C51EB8F1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110E32-BBC0-38C8-4A92-51464FFB2E4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39813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1763" y="687493"/>
            <a:ext cx="6724438" cy="14461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87492"/>
            <a:ext cx="3435929" cy="5483016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91918" r="-91918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83374" y="2419354"/>
            <a:ext cx="6714213" cy="374370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434C21-9AE9-F631-7C47-0FF6C594276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D4C698-492C-2FAD-95DB-969CC69A600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539C1F-4C6E-483B-915F-317EFA8BE9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043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687493"/>
            <a:ext cx="7379174" cy="14461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8871" y="2419354"/>
            <a:ext cx="7367953" cy="374370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24022" y="687492"/>
            <a:ext cx="2789107" cy="5483016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24830" r="-124830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01B279-14F8-811B-68AF-FDEBF89CFB1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087AEB-2562-14F9-A50E-AD7A31F76ADF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BBF552-6277-D4E7-9B98-D4080873F74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89035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B3EC321-CEEB-C816-CF10-03F0A527D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4218" y="687493"/>
            <a:ext cx="7758911" cy="9889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87494" y="687492"/>
            <a:ext cx="2360507" cy="548301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56574" r="-15657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0F80EB41-3C35-A1B2-916F-477D2FDBA78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754218" y="1953528"/>
            <a:ext cx="7750288" cy="420952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734294-24E0-2032-5C49-55BAB969D42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22AC9E-77BC-1AD2-8EB8-923CDF4BBE0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A8A83-D457-8B0A-7A32-F95024D8D58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788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B3EC321-CEEB-C816-CF10-03F0A527D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131" y="687493"/>
            <a:ext cx="8424453" cy="9889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0F80EB41-3C35-A1B2-916F-477D2FDBA78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8871" y="1953528"/>
            <a:ext cx="8415090" cy="420952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769355" y="687492"/>
            <a:ext cx="1722308" cy="548301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233120" r="-23312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63ABC3-6B6D-93A5-5D5C-31E2D53D3F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7FF304-5BE8-9322-A906-1705F80BA2A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9EE94-4C42-847B-A24C-BB0C72B4D2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2076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85800"/>
            <a:ext cx="2855064" cy="297267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0" y="3942324"/>
            <a:ext cx="2855065" cy="2206578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8733" r="-18733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54267" y="687492"/>
            <a:ext cx="7348626" cy="5483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BD4A13-0539-3541-39AF-1B480EBA2F2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ACC0E-954E-D09D-5796-336CDFE59B7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B00B6B-DAF9-BF70-8202-C26BBB5E743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14567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26CE28-2F47-41A4-DF25-8AEC2F9F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5027214"/>
            <a:ext cx="7620000" cy="1135842"/>
          </a:xfrm>
        </p:spPr>
        <p:txBody>
          <a:bodyPr anchor="t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B16B5-93A5-3ACF-80AB-6B1967DD6DE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78872" y="2743201"/>
            <a:ext cx="5638800" cy="2284013"/>
          </a:xfrm>
        </p:spPr>
        <p:txBody>
          <a:bodyPr anchor="b"/>
          <a:lstStyle>
            <a:lvl1pPr marL="0" indent="0">
              <a:buNone/>
              <a:defRPr sz="13800"/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67011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2600" y="4800600"/>
            <a:ext cx="5943600" cy="1388534"/>
          </a:xfrm>
        </p:spPr>
        <p:txBody>
          <a:bodyPr vert="horz" lIns="91440" tIns="45720" rIns="91440" bIns="45720" rtlCol="0" anchor="t">
            <a:normAutofit/>
          </a:bodyPr>
          <a:lstStyle>
            <a:lvl1pPr algn="r">
              <a:lnSpc>
                <a:spcPct val="110000"/>
              </a:lnSpc>
              <a:defRPr lang="en-US" sz="2000" dirty="0">
                <a:latin typeface="+mn-lt"/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62601" y="1676400"/>
            <a:ext cx="5943600" cy="31242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lnSpc>
                <a:spcPct val="90000"/>
              </a:lnSpc>
              <a:buNone/>
              <a:defRPr lang="en-US" sz="13800" b="0" dirty="0">
                <a:latin typeface="+mj-lt"/>
              </a:defRPr>
            </a:lvl1pPr>
          </a:lstStyle>
          <a:p>
            <a:pPr marL="0" lvl="0" indent="0">
              <a:lnSpc>
                <a:spcPct val="90000"/>
              </a:lnSpc>
              <a:buNone/>
            </a:pPr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14291748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0804" y="4191001"/>
            <a:ext cx="8470392" cy="1762537"/>
          </a:xfrm>
        </p:spPr>
        <p:txBody>
          <a:bodyPr anchor="t">
            <a:normAutofit/>
          </a:bodyPr>
          <a:lstStyle>
            <a:lvl1pPr algn="ctr">
              <a:lnSpc>
                <a:spcPct val="110000"/>
              </a:lnSpc>
              <a:defRPr lang="en-US" sz="2000" b="0" kern="1200" cap="all" spc="600" baseline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0804" y="694935"/>
            <a:ext cx="8470392" cy="3496065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38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003862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39147" y="1830774"/>
            <a:ext cx="9113707" cy="3196443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ctr">
              <a:lnSpc>
                <a:spcPct val="90000"/>
              </a:lnSpc>
              <a:buNone/>
              <a:defRPr lang="en-US" sz="4000" b="0" cap="all" spc="600" baseline="0" dirty="0">
                <a:ea typeface="+mj-ea"/>
                <a:cs typeface="+mj-cs"/>
              </a:defRPr>
            </a:lvl1pPr>
            <a:lvl2pPr marL="228600" indent="0" algn="ctr">
              <a:lnSpc>
                <a:spcPct val="90000"/>
              </a:lnSpc>
              <a:buNone/>
              <a:defRPr lang="en-US" sz="2000" dirty="0"/>
            </a:lvl2pPr>
            <a:lvl3pPr marL="457200" indent="0" algn="ctr">
              <a:lnSpc>
                <a:spcPct val="90000"/>
              </a:lnSpc>
              <a:buNone/>
              <a:defRPr lang="en-US" sz="2000" dirty="0"/>
            </a:lvl3pPr>
            <a:lvl4pPr marL="685800" indent="0" algn="ctr">
              <a:lnSpc>
                <a:spcPct val="90000"/>
              </a:lnSpc>
              <a:buNone/>
              <a:defRPr lang="en-US" sz="2000" dirty="0"/>
            </a:lvl4pPr>
            <a:lvl5pPr marL="914400" indent="0" algn="ctr">
              <a:lnSpc>
                <a:spcPct val="90000"/>
              </a:lnSpc>
              <a:buNone/>
              <a:defRPr lang="en-US" sz="2000" dirty="0"/>
            </a:lvl5pPr>
          </a:lstStyle>
          <a:p>
            <a:pPr lvl="0">
              <a:spcBef>
                <a:spcPct val="0"/>
              </a:spcBef>
              <a:buNone/>
            </a:pPr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368736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8871" y="1325691"/>
            <a:ext cx="7169728" cy="483736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9144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7901313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2A9D377F-07AE-65AF-821F-A5C0F12804B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8871" y="720332"/>
            <a:ext cx="6702552" cy="4306886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9144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3416882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400" y="5440680"/>
            <a:ext cx="6400800" cy="640080"/>
          </a:xfrm>
        </p:spPr>
        <p:txBody>
          <a:bodyPr anchor="ctr">
            <a:normAutofit/>
          </a:bodyPr>
          <a:lstStyle>
            <a:lvl1pPr algn="r">
              <a:lnSpc>
                <a:spcPct val="120000"/>
              </a:lnSpc>
              <a:defRPr sz="16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05400" y="1600200"/>
            <a:ext cx="6400800" cy="3332480"/>
          </a:xfrm>
        </p:spPr>
        <p:txBody>
          <a:bodyPr anchor="b">
            <a:normAutofit/>
          </a:bodyPr>
          <a:lstStyle>
            <a:lvl1pPr marL="164592" indent="-164592" algn="r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91048639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A93739-F149-35A6-ADA9-A0193DD6D4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872" y="5440354"/>
            <a:ext cx="5102352" cy="669472"/>
          </a:xfrm>
        </p:spPr>
        <p:txBody>
          <a:bodyPr anchor="ctr"/>
          <a:lstStyle>
            <a:lvl1pPr>
              <a:lnSpc>
                <a:spcPct val="120000"/>
              </a:lnSpc>
              <a:defRPr sz="1600" spc="0" baseline="0"/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8872" y="914400"/>
            <a:ext cx="5102352" cy="4206240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5482489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943EF64-B72A-842D-443E-85E51FB9C0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5600" y="4602480"/>
            <a:ext cx="6400800" cy="640080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0648D1EC-4439-0A29-775B-BBF446B5FEC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6850" y="1143000"/>
            <a:ext cx="9258300" cy="2951480"/>
          </a:xfrm>
        </p:spPr>
        <p:txBody>
          <a:bodyPr anchor="b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9709600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C948E0A-DAAD-770F-21DF-99504CDB6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94932"/>
            <a:ext cx="10827330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86122" y="2057399"/>
            <a:ext cx="5140007" cy="4119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5872" y="2057399"/>
            <a:ext cx="5140328" cy="4119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A833E-541C-85C6-BF1E-EC605C8F4B3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4C70C3-D6A0-EE88-649F-33534359824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95649-E940-A4B1-5901-B56C3AF3CD3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2419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1B7E0276-8109-589D-7633-DD4218D7A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0" y="694932"/>
            <a:ext cx="10827329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8870" y="1954766"/>
            <a:ext cx="514741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5774" y="1954766"/>
            <a:ext cx="514191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068456CB-E141-4FD9-87C3-ECEBF8A7D9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80459" y="2788468"/>
            <a:ext cx="5145670" cy="3388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8C7E4C7-BE12-E106-3871-9FD922E346B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5871" y="2788468"/>
            <a:ext cx="5140177" cy="3388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60D6F2-E303-8711-DD86-38797649A73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E9AFB-293B-FDFA-726C-92E53E70E9A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AF8AA-F8D4-60EA-F11A-6775234BA52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9656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A025B8-8BA0-89AA-4360-51FBAF2B2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94932"/>
            <a:ext cx="10827328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C59BD1-7576-196A-D571-FD57E7190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84E8B1-4F38-9B1B-6424-6BC2452D4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E196-21CE-CE9F-7563-03912CCB4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83924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B9ECF3-58F8-D0BC-147E-E4CFB4923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939631-83CC-B848-B327-B33DAF5AF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70C40-BA47-C8B9-46F3-E3616FA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78862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2" y="685800"/>
            <a:ext cx="3962398" cy="1616185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1" y="2590800"/>
            <a:ext cx="3962399" cy="357225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685800"/>
            <a:ext cx="6371491" cy="546812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5620653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4242643" cy="162493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0679" y="2826137"/>
            <a:ext cx="4230787" cy="3336920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340483" y="698756"/>
            <a:ext cx="6165717" cy="5442639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28837" r="-28837"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3277480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5417129" cy="1819664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78871" y="3276599"/>
            <a:ext cx="10827329" cy="2886457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179F71-BB04-AC80-5A43-4718DF5050B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C1D9A8-162F-30DE-21D0-F531C2AC38B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903FBD-DD44-33D2-4C38-3C6BF9FB5E0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93459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706305"/>
            <a:ext cx="6370507" cy="1842020"/>
          </a:xfrm>
        </p:spPr>
        <p:txBody>
          <a:bodyPr anchor="b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8871" y="2701660"/>
            <a:ext cx="6370507" cy="232555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09DDBCCE-CCAB-448A-1E13-595ADE9E2A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181252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pPr algn="ctr"/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02C093BF-07F3-517D-599F-4A80C3D441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7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95920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94938"/>
            <a:ext cx="10825637" cy="79208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8872" y="1676400"/>
            <a:ext cx="10825636" cy="4486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Rectangle 10" hidden="1">
            <a:extLst>
              <a:ext uri="{FF2B5EF4-FFF2-40B4-BE49-F238E27FC236}">
                <a16:creationId xmlns:a16="http://schemas.microsoft.com/office/drawing/2014/main" id="{D7982C74-1A7B-1EF6-C767-EC1102B8BC05}"/>
              </a:ext>
            </a:extLst>
          </p:cNvPr>
          <p:cNvSpPr/>
          <p:nvPr/>
        </p:nvSpPr>
        <p:spPr>
          <a:xfrm>
            <a:off x="11504507" y="0"/>
            <a:ext cx="687493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 hidden="1">
            <a:extLst>
              <a:ext uri="{FF2B5EF4-FFF2-40B4-BE49-F238E27FC236}">
                <a16:creationId xmlns:a16="http://schemas.microsoft.com/office/drawing/2014/main" id="{1C58F15E-3B29-FA0D-33D1-930904DB63AC}"/>
              </a:ext>
            </a:extLst>
          </p:cNvPr>
          <p:cNvSpPr/>
          <p:nvPr userDrawn="1"/>
        </p:nvSpPr>
        <p:spPr>
          <a:xfrm>
            <a:off x="11504507" y="0"/>
            <a:ext cx="687493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ACE51C6-D285-36B9-E05D-34304BF866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53C65791-CE33-6F98-64A9-9C6803567D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8871" y="6343955"/>
            <a:ext cx="27391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C4E2BDE-BF41-53AE-AAF9-E1E0BE6AB8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7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4914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12" r:id="rId1"/>
    <p:sldLayoutId id="2147484013" r:id="rId2"/>
    <p:sldLayoutId id="2147484014" r:id="rId3"/>
    <p:sldLayoutId id="2147484015" r:id="rId4"/>
    <p:sldLayoutId id="2147484016" r:id="rId5"/>
    <p:sldLayoutId id="2147484017" r:id="rId6"/>
    <p:sldLayoutId id="2147484018" r:id="rId7"/>
    <p:sldLayoutId id="2147484019" r:id="rId8"/>
    <p:sldLayoutId id="2147484020" r:id="rId9"/>
    <p:sldLayoutId id="2147484021" r:id="rId10"/>
    <p:sldLayoutId id="2147484022" r:id="rId11"/>
    <p:sldLayoutId id="2147484023" r:id="rId12"/>
    <p:sldLayoutId id="2147484024" r:id="rId13"/>
    <p:sldLayoutId id="2147484025" r:id="rId14"/>
    <p:sldLayoutId id="2147484026" r:id="rId15"/>
    <p:sldLayoutId id="2147484027" r:id="rId16"/>
    <p:sldLayoutId id="2147484028" r:id="rId17"/>
    <p:sldLayoutId id="2147484029" r:id="rId18"/>
    <p:sldLayoutId id="2147484030" r:id="rId19"/>
    <p:sldLayoutId id="2147484031" r:id="rId20"/>
    <p:sldLayoutId id="2147484032" r:id="rId21"/>
    <p:sldLayoutId id="2147484033" r:id="rId22"/>
    <p:sldLayoutId id="2147484034" r:id="rId23"/>
    <p:sldLayoutId id="2147484035" r:id="rId24"/>
    <p:sldLayoutId id="2147484036" r:id="rId25"/>
    <p:sldLayoutId id="2147484037" r:id="rId26"/>
    <p:sldLayoutId id="2147484038" r:id="rId27"/>
    <p:sldLayoutId id="2147484039" r:id="rId28"/>
    <p:sldLayoutId id="2147484040" r:id="rId29"/>
    <p:sldLayoutId id="2147484041" r:id="rId30"/>
    <p:sldLayoutId id="2147484042" r:id="rId31"/>
    <p:sldLayoutId id="2147484043" r:id="rId32"/>
    <p:sldLayoutId id="2147484044" r:id="rId33"/>
    <p:sldLayoutId id="2147484045" r:id="rId34"/>
    <p:sldLayoutId id="2147484046" r:id="rId35"/>
    <p:sldLayoutId id="2147484047" r:id="rId36"/>
    <p:sldLayoutId id="2147484048" r:id="rId37"/>
    <p:sldLayoutId id="2147484049" r:id="rId38"/>
    <p:sldLayoutId id="2147484050" r:id="rId39"/>
    <p:sldLayoutId id="2147484051" r:id="rId40"/>
    <p:sldLayoutId id="2147484052" r:id="rId41"/>
    <p:sldLayoutId id="2147484053" r:id="rId42"/>
    <p:sldLayoutId id="2147484054" r:id="rId43"/>
    <p:sldLayoutId id="2147484055" r:id="rId44"/>
    <p:sldLayoutId id="2147484056" r:id="rId45"/>
    <p:sldLayoutId id="2147484057" r:id="rId46"/>
    <p:sldLayoutId id="2147484058" r:id="rId47"/>
    <p:sldLayoutId id="2147484059" r:id="rId48"/>
    <p:sldLayoutId id="2147484060" r:id="rId49"/>
    <p:sldLayoutId id="2147484061" r:id="rId50"/>
    <p:sldLayoutId id="2147484062" r:id="rId51"/>
    <p:sldLayoutId id="2147484063" r:id="rId52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0" kern="1200" cap="all" spc="6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7" orient="horz" pos="2160" userDrawn="1">
          <p15:clr>
            <a:srgbClr val="F26B43"/>
          </p15:clr>
        </p15:guide>
        <p15:guide id="28" pos="3840" userDrawn="1">
          <p15:clr>
            <a:srgbClr val="F26B43"/>
          </p15:clr>
        </p15:guide>
        <p15:guide id="29" pos="7296" userDrawn="1">
          <p15:clr>
            <a:srgbClr val="F26B43"/>
          </p15:clr>
        </p15:guide>
        <p15:guide id="30" pos="3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872FD-7E92-C3C8-5956-A6C415482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1FB9CD-CBF7-C634-8B2F-5E2490FDF9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8400" y="2819400"/>
            <a:ext cx="5029200" cy="1295400"/>
          </a:xfrm>
        </p:spPr>
        <p:txBody>
          <a:bodyPr>
            <a:normAutofit/>
          </a:bodyPr>
          <a:lstStyle/>
          <a:p>
            <a:r>
              <a:rPr lang="en-US" dirty="0"/>
              <a:t>cybersecurity 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8319D33-1EDC-2FD6-1393-613ECEB012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8400" y="4270248"/>
            <a:ext cx="5029200" cy="685800"/>
          </a:xfrm>
        </p:spPr>
        <p:txBody>
          <a:bodyPr>
            <a:normAutofit/>
          </a:bodyPr>
          <a:lstStyle/>
          <a:p>
            <a:r>
              <a:rPr lang="en-US" dirty="0"/>
              <a:t>Hayden Hermolin ∙ Ruien Wu</a:t>
            </a:r>
          </a:p>
        </p:txBody>
      </p:sp>
    </p:spTree>
    <p:extLst>
      <p:ext uri="{BB962C8B-B14F-4D97-AF65-F5344CB8AC3E}">
        <p14:creationId xmlns:p14="http://schemas.microsoft.com/office/powerpoint/2010/main" val="2329614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32F40-8E50-96F5-D088-FCB55F990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What are Data breaches?</a:t>
            </a:r>
            <a:br>
              <a:rPr lang="en-CA" b="1" dirty="0"/>
            </a:br>
            <a:br>
              <a:rPr lang="en-CA" b="1" dirty="0"/>
            </a:br>
            <a:r>
              <a:rPr lang="en-CA" b="1" dirty="0"/>
              <a:t>how do they happen?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C8192-285E-AC84-3843-942AA147A91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24600" y="1385287"/>
            <a:ext cx="5181600" cy="4573655"/>
          </a:xfrm>
        </p:spPr>
        <p:txBody>
          <a:bodyPr>
            <a:normAutofit fontScale="92500" lnSpcReduction="20000"/>
          </a:bodyPr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CA" dirty="0"/>
              <a:t>Unintentional release of information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CA" dirty="0"/>
              <a:t>Deliberate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Phishing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Ransomware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Theft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Exploit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Leaks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Bribery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Espionage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CA" dirty="0"/>
              <a:t>Accidental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Lost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Misplaced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CA" dirty="0"/>
              <a:t>Proxy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Third party service breach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88392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3E781-5DB1-3165-0165-E31F7D390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History of data breaches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10167-F30E-D14A-00D7-17937BE1F09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4084" y="1600199"/>
            <a:ext cx="5735507" cy="5119719"/>
          </a:xfrm>
        </p:spPr>
        <p:txBody>
          <a:bodyPr>
            <a:normAutofit lnSpcReduction="10000"/>
          </a:bodyPr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CA" dirty="0"/>
              <a:t>September 2026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Seven public breaches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42+ million records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CA" dirty="0"/>
              <a:t>Yahoo (2013)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3+ billion accounts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Acknowledged in 2016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Names, emails, phone numbers, DOBs, etc.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-$300 million to sale price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CA" dirty="0"/>
              <a:t>First American Financial (2019)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885+ million records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CA" dirty="0"/>
              <a:t>Marriott International (2018)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383+ million records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CA" dirty="0"/>
              <a:t>National Public Data (2024)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2.9+ billion records</a:t>
            </a:r>
          </a:p>
        </p:txBody>
      </p:sp>
    </p:spTree>
    <p:extLst>
      <p:ext uri="{BB962C8B-B14F-4D97-AF65-F5344CB8AC3E}">
        <p14:creationId xmlns:p14="http://schemas.microsoft.com/office/powerpoint/2010/main" val="2055364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F7BAF-DCDD-2B9D-701C-6F83423366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07C6A2-4C94-5E6A-3A26-0C061486EE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F72DA32-A511-8B82-059A-B76D716BC153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44880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4D22-AE35-5DAA-5EEB-147F2076D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F224C-7FF6-9D2A-4CCA-787AAFE621D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161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EE9E0-CBF5-00A6-23F1-501078C8C1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228243990"/>
      </p:ext>
    </p:extLst>
  </p:cSld>
  <p:clrMapOvr>
    <a:masterClrMapping/>
  </p:clrMapOvr>
</p:sld>
</file>

<file path=ppt/theme/theme1.xml><?xml version="1.0" encoding="utf-8"?>
<a:theme xmlns:a="http://schemas.openxmlformats.org/drawingml/2006/main" name="Northern lights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ustom 13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rthern lights_e16e022e-be2c-4e5f-a1a0-12ee95ec224d_wac_v2" id="{B6B6850C-8787-446D-AEF8-4F4B369C2BE6}" vid="{B649D6A8-486A-404C-BAE4-F6DCFECB1A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2" ma:contentTypeDescription="Create a new document." ma:contentTypeScope="" ma:versionID="0635a23c60cc3de58ab4c1efc88efc6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b2ec4e1d644ed04c8d3fd0ef60d056a4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34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35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CAF6374-A7FD-4717-AFE0-646B462CEB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B99ED26-B189-4BA1-99D0-1112D8C2F106}">
  <ds:schemaRefs>
    <ds:schemaRef ds:uri="http://purl.org/dc/terms/"/>
    <ds:schemaRef ds:uri="http://schemas.microsoft.com/office/2006/metadata/properties"/>
    <ds:schemaRef ds:uri="http://purl.org/dc/dcmitype/"/>
    <ds:schemaRef ds:uri="http://schemas.microsoft.com/office/2006/documentManagement/types"/>
    <ds:schemaRef ds:uri="230e9df3-be65-4c73-a93b-d1236ebd677e"/>
    <ds:schemaRef ds:uri="http://purl.org/dc/elements/1.1/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16c05727-aa75-4e4a-9b5f-8a80a1165891"/>
    <ds:schemaRef ds:uri="71af3243-3dd4-4a8d-8c0d-dd76da1f02a5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38E339AF-67FC-4BA3-8B2E-038B3ED310D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{D16B1465-C633-4D3C-9578-8C9D557E89E4}a68ed2e1-c015-4bc0-a84f-ee5b52e9f56e-TFe16e022e-be2c-4e5f-a1a0-12ee95ec224d7989ee22_win32</Template>
  <TotalTime>22</TotalTime>
  <Words>113</Words>
  <Application>Microsoft Office PowerPoint</Application>
  <PresentationFormat>Widescreen</PresentationFormat>
  <Paragraphs>36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Avenir Next LT Pro</vt:lpstr>
      <vt:lpstr>Northern lights</vt:lpstr>
      <vt:lpstr>cybersecurity </vt:lpstr>
      <vt:lpstr>What are Data breaches?  how do they happen?</vt:lpstr>
      <vt:lpstr>History of data breaches</vt:lpstr>
      <vt:lpstr>3</vt:lpstr>
      <vt:lpstr>4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Hayden Hermolin</dc:creator>
  <cp:lastModifiedBy>Hayden Hermolin</cp:lastModifiedBy>
  <cp:revision>1</cp:revision>
  <dcterms:created xsi:type="dcterms:W3CDTF">2026-10-17T21:56:51Z</dcterms:created>
  <dcterms:modified xsi:type="dcterms:W3CDTF">2026-10-18T19:56:59Z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